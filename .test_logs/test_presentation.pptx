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JARVIS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Virtual Computer System</a:t>
            </a:r>
          </a:p>
          <a:p>
            <a:r>
              <a:t>Verified multi-tier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Python APIs</a:t>
            </a:r>
          </a:p>
          <a:p>
            <a:r>
              <a:t>2. COM Automation</a:t>
            </a:r>
          </a:p>
          <a:p>
            <a:r>
              <a:t>3. Win32 Desktop Isolation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